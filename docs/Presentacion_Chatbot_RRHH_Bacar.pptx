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CHATBOT RRHH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Propuesta ejecutiva para mejorar la experiencia del colaborador y la productividad de RRHH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51760"/>
            <a:ext cx="10652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Resumen ejecutivo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Atención rápida y uniforme para consultas frecuentes.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Derivación directa a RRHH cuando el caso requiere intervención humana.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Gestión por empresa/sucursal con trazabilidad y métricas de operación.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892040"/>
            <a:ext cx="4754880" cy="566928"/>
          </a:xfrm>
          <a:prstGeom prst="roundRect">
            <a:avLst/>
          </a:prstGeom>
          <a:solidFill>
            <a:srgbClr val="189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 u="none">
                <a:solidFill>
                  <a:srgbClr val="FFFFFF"/>
                </a:solidFill>
                <a:latin typeface="Calibri"/>
              </a:defRPr>
            </a:pPr>
            <a:r>
              <a:t>Objetivo del comité: validar presupuesto y salida productiva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Situación actual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Hay oportunidad concreta de mejorar tiempos y calidad de atención.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34924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t>Dolores hoy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Consultas repetitivas consumen tiempo del equipo.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La experiencia del colaborador depende del horario.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No siempre hay un circuito único para seguimiento.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 pierde foco en tareas de mayor valor para RRHH.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534924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Qué ganamos al resolverlo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Menos carga operativa en preguntas frecuentes.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Respuesta más rápida y consistente.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Más tiempo del equipo en casos críticos.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Datos claros para gestión y mejora continua.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La propuesta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Un canal único de atención: chatbot + atención humana integrada.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10698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Qué hace el chatbot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Responde automáticamente consultas frecuentes.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Escala a RRHH en tiempo real cuando corresponde.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947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Para colaboradores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Respuesta rápida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Canal claro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Mejor experiencia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947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Para RRHH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Menos repetición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Más foco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Bandeja unificada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794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Para dirección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Métricas claras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Escalabilidad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Mejor productividad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Experiencia del colaborador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Flujo simple y entendible en 4 pasos.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1) Consulta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El colaborador escribe su necesidad.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148840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2) Respuesta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Recibe respuesta inmediata y guía.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148840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3) Pase a RRHH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Si hace falta, toma un agente humano.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2148840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4) Cierre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 resuelve y queda registro.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Experiencia del equipo RRHH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Gestión más ordenada, colaborativa y medible.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106984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Qué cambia para RRHH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Conversaciones centralizadas y priorizadas.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Posibilidad de tomar, reasignar y cerrar casos con registro.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Operación por empresa/sucursal según permisos.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Seguimiento con indicadores de tiempo y volumen.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Menos trabajo administrativo, más foco en personas.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Capacidades de negocio ya disponibles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30352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Operación y servicio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Atención inicial automática 24/7.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Derivación a personas cuando el caso lo requiere.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Historial centralizado de conversaciones.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Dashboard de indicadores operativos.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530352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Escala y gobierno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Gestión multiempresa y multisucursal.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Administración de usuarios, roles y permisos.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Asignación automática y manual de conversaciones.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Base lista para incorporar WhatsApp.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Qué se necesita para operar en producción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Lenguaje simple para decisión ejecutiva.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Base de datos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Firestore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Guarda conversaciones e indicadores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Permite operar por empresa/sucursal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Inteligencia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Google AI Studio para pruebas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Gemini API para uso productivo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Respuestas más precisas por contexto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t>Canal y operación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Cuenta oficial WhatsApp Business activa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Número verificado y plantillas de mensajes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Servidor en la nube 24/7 para continuidad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Detalle de costos mensuales estimados (USD)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Referencia: 800 a 1000 consultas/mes en Argentina.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Infraestructura + datos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USD 30 - 90 / mes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Servidor cloud 24/7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Base de datos Firestore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Operación base del 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IA (Google)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USD 60 - 180 / mes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AI Studio para pruebas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Gemini API para producción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Costo según consumo real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2880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t>WhatsApp Business (AR)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USD 80 - 250 / mes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Meta cobra por conversación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 suma proveedor oficial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Puede incluir impuestos locales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40680"/>
            <a:ext cx="39319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Monitoreo y alertas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USD 0 - 20 / mes | logs, alertas y salud del servicio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2040" y="5669280"/>
            <a:ext cx="4754880" cy="566928"/>
          </a:xfrm>
          <a:prstGeom prst="round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 u="none">
                <a:solidFill>
                  <a:srgbClr val="FFFFFF"/>
                </a:solidFill>
                <a:latin typeface="Calibri"/>
              </a:defRPr>
            </a:pPr>
            <a:r>
              <a:t>Total objetivo: USD 220 - 420 / mes | Presupuesto sugerido: USD 300 + 20% contingencia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008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u="none">
                <a:solidFill>
                  <a:srgbClr val="FFFFFF"/>
                </a:solidFill>
                <a:latin typeface="Calibri"/>
              </a:defRPr>
            </a:pPr>
            <a:r>
              <a:t>Base: tarifarios públicos Meta/Google + estimación de consumo esperado del piloto.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Decisión solicitada al Comité Ejecutivo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534924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t>Aprobaciones requeridas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Presupuesto mensual inicial para operación.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Habilitación de cuentas Google para base de datos e IA.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Alta del canal oficial de WhatsApp Business.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Asignación de responsable interno (RRHH + IT).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534924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Resultado esperado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Mejor experiencia del colaborador.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Reducción de carga operativa de RRHH.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Mayor trazabilidad y control de gestión.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Escalabilidad a nuevas empresas/sucursales.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