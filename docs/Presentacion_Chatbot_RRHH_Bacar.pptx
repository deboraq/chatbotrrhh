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1374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436" y="1210600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rPr dirty="0"/>
              <a:t>CHATBOT RRHH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rPr dirty="0" err="1"/>
              <a:t>Propuesta</a:t>
            </a:r>
            <a:r>
              <a:rPr dirty="0"/>
              <a:t> </a:t>
            </a:r>
            <a:r>
              <a:rPr dirty="0" err="1"/>
              <a:t>ejecutiva</a:t>
            </a:r>
            <a:r>
              <a:rPr dirty="0"/>
              <a:t> para </a:t>
            </a:r>
            <a:r>
              <a:rPr dirty="0" err="1"/>
              <a:t>mejorar</a:t>
            </a:r>
            <a:r>
              <a:rPr dirty="0"/>
              <a:t> la </a:t>
            </a:r>
            <a:r>
              <a:rPr dirty="0" err="1"/>
              <a:t>experiencia</a:t>
            </a:r>
            <a:r>
              <a:rPr dirty="0"/>
              <a:t> del </a:t>
            </a:r>
            <a:r>
              <a:rPr dirty="0" err="1"/>
              <a:t>colaborador</a:t>
            </a:r>
            <a:r>
              <a:rPr dirty="0"/>
              <a:t> y la </a:t>
            </a:r>
            <a:r>
              <a:rPr dirty="0" err="1"/>
              <a:t>productividad</a:t>
            </a:r>
            <a:r>
              <a:rPr dirty="0"/>
              <a:t> de RRHH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436" y="3429653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rPr dirty="0" err="1"/>
              <a:t>Resumen</a:t>
            </a:r>
            <a:r>
              <a:rPr dirty="0"/>
              <a:t> </a:t>
            </a:r>
            <a:r>
              <a:rPr dirty="0" err="1"/>
              <a:t>ejecutivo</a:t>
            </a:r>
            <a:endParaRPr dirty="0"/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Atención</a:t>
            </a:r>
            <a:r>
              <a:rPr dirty="0"/>
              <a:t> </a:t>
            </a:r>
            <a:r>
              <a:rPr dirty="0" err="1"/>
              <a:t>rápida</a:t>
            </a:r>
            <a:r>
              <a:rPr dirty="0"/>
              <a:t> y </a:t>
            </a:r>
            <a:r>
              <a:rPr dirty="0" err="1"/>
              <a:t>uniforme</a:t>
            </a:r>
            <a:r>
              <a:rPr dirty="0"/>
              <a:t> para </a:t>
            </a:r>
            <a:r>
              <a:rPr dirty="0" err="1"/>
              <a:t>consultas</a:t>
            </a:r>
            <a:r>
              <a:rPr dirty="0"/>
              <a:t> </a:t>
            </a:r>
            <a:r>
              <a:rPr dirty="0" err="1"/>
              <a:t>frecuentes</a:t>
            </a:r>
            <a:r>
              <a:rPr dirty="0"/>
              <a:t>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Derivación</a:t>
            </a:r>
            <a:r>
              <a:rPr dirty="0"/>
              <a:t> </a:t>
            </a:r>
            <a:r>
              <a:rPr dirty="0" err="1"/>
              <a:t>directa</a:t>
            </a:r>
            <a:r>
              <a:rPr dirty="0"/>
              <a:t> a RRHH </a:t>
            </a:r>
            <a:r>
              <a:rPr dirty="0" err="1"/>
              <a:t>cuando</a:t>
            </a:r>
            <a:r>
              <a:rPr dirty="0"/>
              <a:t> el </a:t>
            </a:r>
            <a:r>
              <a:rPr dirty="0" err="1"/>
              <a:t>caso</a:t>
            </a:r>
            <a:r>
              <a:rPr dirty="0"/>
              <a:t> </a:t>
            </a:r>
            <a:r>
              <a:rPr dirty="0" err="1"/>
              <a:t>requiere</a:t>
            </a:r>
            <a:r>
              <a:rPr dirty="0"/>
              <a:t> </a:t>
            </a:r>
            <a:r>
              <a:rPr dirty="0" err="1"/>
              <a:t>intervención</a:t>
            </a:r>
            <a:r>
              <a:rPr dirty="0"/>
              <a:t> </a:t>
            </a:r>
            <a:r>
              <a:rPr dirty="0" err="1"/>
              <a:t>humana</a:t>
            </a:r>
            <a:r>
              <a:rPr dirty="0"/>
              <a:t>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Gestión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empresa</a:t>
            </a:r>
            <a:r>
              <a:rPr dirty="0"/>
              <a:t>/</a:t>
            </a:r>
            <a:r>
              <a:rPr dirty="0" err="1"/>
              <a:t>sucursal</a:t>
            </a:r>
            <a:r>
              <a:rPr dirty="0"/>
              <a:t> con </a:t>
            </a:r>
            <a:r>
              <a:rPr dirty="0" err="1"/>
              <a:t>trazabilidad</a:t>
            </a:r>
            <a:r>
              <a:rPr dirty="0"/>
              <a:t> y </a:t>
            </a:r>
            <a:r>
              <a:rPr dirty="0" err="1"/>
              <a:t>métricas</a:t>
            </a:r>
            <a:r>
              <a:rPr dirty="0"/>
              <a:t> de </a:t>
            </a:r>
            <a:r>
              <a:rPr dirty="0" err="1"/>
              <a:t>operación</a:t>
            </a:r>
            <a:r>
              <a:rPr dirty="0"/>
              <a:t>.</a:t>
            </a:r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1036864"/>
            <a:ext cx="5323931" cy="46049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atbot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Situación actual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Hay oportunidad concreta de mejorar tiempos y calidad de atención.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Dolores hoy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Consultas repetitivas consumen tiempo del equipo.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La experiencia del colaborador depende del horario.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No siempre hay un circuito único para seguimiento.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 pierde foco en tareas de mayor valor para RRHH.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Qué ganamos al resolverlo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Menos carga operativa en preguntas frecuentes.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Respuesta más rápida y consistente.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Más tiempo del equipo en casos críticos.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Datos claros para gestión y mejora continua.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atbot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La propuesta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Un canal único de atención: chatbot + atención humana integrada.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698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Qué hace el chatbot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Responde automáticamente consultas frecuentes.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Escala a RRHH en tiempo real cuando corresponde.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947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Para colaboradores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Respuesta rápida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Canal claro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Mejor experiencia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Para RRHH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Menos repetición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Más foco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Bandeja unificada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94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Para dirección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Métricas claras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Escalabilidad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Mejor productividad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Experiencia del colaborador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Flujo simple y entendible en 4 pasos.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278" y="2155371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1) Consulta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El colaborador escribe su necesidad.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6976" y="2155371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2) Respuesta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Recibe respuesta inmediata y guía.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55371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3) Pase a RRHH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Si hace falta, toma un agente humano.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7424" y="2155371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4) Cierre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 resuelve y queda registro.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atbot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Experiencia del equipo RRHH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Gestión más ordenada, colaborativa y medible.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106984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Qué cambia para RRHH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Conversaciones centralizadas y priorizadas.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Posibilidad de tomar, reasignar y cerrar casos con registro.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Operación por empresa/sucursal según permisos.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Seguimiento con indicadores de tiempo y volumen.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Menos trabajo administrativo, más foco en personas.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atbot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Capacidades de negocio ya disponibles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30352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Operación y servicio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Atención inicial automática 24/7.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Derivación a personas cuando el caso lo requiere.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Historial centralizado de conversaciones.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Dashboard de indicadores operativos.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0352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Escala y gobierno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Gestión multiempresa y multisucursal.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Administración de usuarios, roles y permisos.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Asignación automática y manual de conversaciones.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Base lista para incorporar WhatsApp.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Qué se necesita para operar en producción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Lenguaje simple para decisión ejecutiva.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Base de datos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Firestore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Guarda conversaciones e indicadores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Permite operar por empresa/sucursal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Inteligencia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Google AI Studio para pruebas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Gemini API para uso productivo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Respuestas más precisas por contexto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Canal y operación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Cuenta oficial WhatsApp Business activa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Número verificado y plantillas de mensajes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Servidor en la nube 24/7 para continuidad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atbot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Detalle de costos mensuales estimados (USD)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Referencia: 800 a 1000 consultas/mes en Argentina.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Infraestructura + datos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USD 30 - 90 / mes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Servidor cloud 24/7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Base de datos Firestore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Operación base del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rPr dirty="0"/>
              <a:t>IA (Google)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USD 60 - </a:t>
            </a:r>
            <a:r>
              <a:rPr dirty="0" smtClean="0"/>
              <a:t>180 </a:t>
            </a:r>
            <a:r>
              <a:rPr dirty="0"/>
              <a:t>/ </a:t>
            </a:r>
            <a:r>
              <a:rPr dirty="0" err="1"/>
              <a:t>mes</a:t>
            </a:r>
            <a:endParaRPr dirty="0"/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AI Studio para </a:t>
            </a:r>
            <a:r>
              <a:rPr dirty="0" err="1"/>
              <a:t>pruebas</a:t>
            </a:r>
            <a:endParaRPr dirty="0"/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Gemini API para </a:t>
            </a:r>
            <a:r>
              <a:rPr dirty="0" err="1"/>
              <a:t>producción</a:t>
            </a:r>
            <a:endParaRPr dirty="0"/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según</a:t>
            </a:r>
            <a:r>
              <a:rPr dirty="0"/>
              <a:t> </a:t>
            </a:r>
            <a:r>
              <a:rPr dirty="0" err="1"/>
              <a:t>consumo</a:t>
            </a:r>
            <a:r>
              <a:rPr dirty="0"/>
              <a:t>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rPr dirty="0"/>
              <a:t>WhatsApp Business (AR)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USD 80 - 250 / </a:t>
            </a:r>
            <a:r>
              <a:rPr dirty="0" err="1"/>
              <a:t>mes</a:t>
            </a:r>
            <a:endParaRPr dirty="0"/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Meta cobra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conversación</a:t>
            </a:r>
            <a:endParaRPr dirty="0"/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Se </a:t>
            </a:r>
            <a:r>
              <a:rPr dirty="0" err="1"/>
              <a:t>suma</a:t>
            </a:r>
            <a:r>
              <a:rPr dirty="0"/>
              <a:t> </a:t>
            </a:r>
            <a:r>
              <a:rPr dirty="0" err="1"/>
              <a:t>proveedor</a:t>
            </a:r>
            <a:r>
              <a:rPr dirty="0"/>
              <a:t> </a:t>
            </a:r>
            <a:r>
              <a:rPr dirty="0" err="1"/>
              <a:t>oficial</a:t>
            </a:r>
            <a:endParaRPr dirty="0"/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incluir</a:t>
            </a:r>
            <a:r>
              <a:rPr dirty="0"/>
              <a:t> </a:t>
            </a:r>
            <a:r>
              <a:rPr dirty="0" err="1"/>
              <a:t>impuestos</a:t>
            </a:r>
            <a:r>
              <a:rPr dirty="0"/>
              <a:t> locales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407" y="5669280"/>
            <a:ext cx="4754880" cy="566928"/>
          </a:xfrm>
          <a:prstGeom prst="round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 u="none">
                <a:solidFill>
                  <a:srgbClr val="FFFFFF"/>
                </a:solidFill>
                <a:latin typeface="Calibri"/>
              </a:defRPr>
            </a:pPr>
            <a:r>
              <a:rPr dirty="0"/>
              <a:t>Total </a:t>
            </a:r>
            <a:r>
              <a:rPr dirty="0" err="1"/>
              <a:t>objetivo</a:t>
            </a:r>
            <a:r>
              <a:rPr dirty="0"/>
              <a:t>: USD 220 - 420 / </a:t>
            </a:r>
            <a:r>
              <a:rPr dirty="0" err="1"/>
              <a:t>mes</a:t>
            </a:r>
            <a:r>
              <a:rPr dirty="0"/>
              <a:t> | </a:t>
            </a:r>
            <a:r>
              <a:rPr dirty="0" err="1"/>
              <a:t>Presupuesto</a:t>
            </a:r>
            <a:r>
              <a:rPr dirty="0"/>
              <a:t> </a:t>
            </a:r>
            <a:r>
              <a:rPr dirty="0" err="1"/>
              <a:t>sugerido</a:t>
            </a:r>
            <a:r>
              <a:rPr dirty="0"/>
              <a:t>: USD 300 + 20% </a:t>
            </a:r>
            <a:r>
              <a:rPr dirty="0" err="1"/>
              <a:t>contingencia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22960" y="64008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u="none">
                <a:solidFill>
                  <a:srgbClr val="FFFFFF"/>
                </a:solidFill>
                <a:latin typeface="Calibri"/>
              </a:defRPr>
            </a:pPr>
            <a:r>
              <a:t>Base: tarifarios públicos Meta/Google + estimación de consumo esperado del piloto.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atbot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Decisión solicitada al Comité Ejecutivo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512064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Aprobaciones requeridas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Presupuesto mensual inicial para operación.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Habilitación de cuentas Google para base de datos e IA.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Alta del canal oficial de WhatsApp Business.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Asignación de responsable interno (RRHH + 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4924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rPr dirty="0" err="1"/>
              <a:t>Resultado</a:t>
            </a:r>
            <a:r>
              <a:rPr dirty="0"/>
              <a:t> </a:t>
            </a:r>
            <a:r>
              <a:rPr dirty="0" err="1"/>
              <a:t>esperado</a:t>
            </a:r>
            <a:endParaRPr dirty="0"/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Mejor</a:t>
            </a:r>
            <a:r>
              <a:rPr dirty="0"/>
              <a:t> </a:t>
            </a:r>
            <a:r>
              <a:rPr dirty="0" err="1"/>
              <a:t>experiencia</a:t>
            </a:r>
            <a:r>
              <a:rPr dirty="0"/>
              <a:t> del </a:t>
            </a:r>
            <a:r>
              <a:rPr dirty="0" err="1"/>
              <a:t>colaborador</a:t>
            </a:r>
            <a:r>
              <a:rPr dirty="0"/>
              <a:t>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Reducción</a:t>
            </a:r>
            <a:r>
              <a:rPr dirty="0"/>
              <a:t> de </a:t>
            </a:r>
            <a:r>
              <a:rPr dirty="0" err="1"/>
              <a:t>carga</a:t>
            </a:r>
            <a:r>
              <a:rPr dirty="0"/>
              <a:t> </a:t>
            </a:r>
            <a:r>
              <a:rPr dirty="0" err="1"/>
              <a:t>operativa</a:t>
            </a:r>
            <a:r>
              <a:rPr dirty="0"/>
              <a:t> de RRHH.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Mayor </a:t>
            </a:r>
            <a:r>
              <a:rPr dirty="0" err="1"/>
              <a:t>trazabilidad</a:t>
            </a:r>
            <a:r>
              <a:rPr dirty="0"/>
              <a:t> y control de </a:t>
            </a:r>
            <a:r>
              <a:rPr dirty="0" err="1"/>
              <a:t>gestión</a:t>
            </a:r>
            <a:r>
              <a:rPr dirty="0"/>
              <a:t>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Escalabilidad</a:t>
            </a:r>
            <a:r>
              <a:rPr dirty="0"/>
              <a:t> a </a:t>
            </a:r>
            <a:r>
              <a:rPr dirty="0" err="1"/>
              <a:t>nuevas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/</a:t>
            </a:r>
            <a:r>
              <a:rPr dirty="0" err="1"/>
              <a:t>sucursales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699</Words>
  <Application>Microsoft Office PowerPoint</Application>
  <PresentationFormat>Panorámica</PresentationFormat>
  <Paragraphs>117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Usr</cp:lastModifiedBy>
  <cp:revision>2</cp:revision>
  <dcterms:created xsi:type="dcterms:W3CDTF">2013-01-27T09:14:16Z</dcterms:created>
  <dcterms:modified xsi:type="dcterms:W3CDTF">2026-02-20T16:14:54Z</dcterms:modified>
  <cp:category/>
</cp:coreProperties>
</file>